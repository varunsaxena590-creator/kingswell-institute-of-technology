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94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Kingswell Institute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20040" y="1554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Technology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514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College Management &amp; Information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40156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|  React.js · Node.js · Express.js · MongoDB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9776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977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9776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977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39776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977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9776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3977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97764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977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09928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709928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59736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459736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459736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209544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09544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209544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09544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59352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959352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959352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960120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960120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Details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709928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09928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709928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709928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Details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459736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459736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459736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459736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9544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209544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09544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209544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3959352"/>
            <a:ext cx="4206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59352"/>
            <a:ext cx="502920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959352"/>
            <a:ext cx="502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40680" y="3959352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Testing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"Kingswell Institute of Technology" is a web-based college management and information system. It provides a digital platform where students, faculty, administrators, and visitors can access important institute information online. The project reduces manual work and makes college-related information easily accessible.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2743200" cy="21031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with pages like Home, Login, Dashboard, Admin Panel &amp; more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743200" cy="2103120"/>
          </a:xfrm>
          <a:prstGeom prst="rect">
            <a:avLst/>
          </a:prstGeom>
          <a:solidFill>
            <a:srgbClr val="1A2B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logic, APIs, authentication, data processing &amp; DB communication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743200" cy="2103120"/>
          </a:xfrm>
          <a:prstGeom prst="rect">
            <a:avLst/>
          </a:prstGeom>
          <a:solidFill>
            <a:srgbClr val="14B8A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user, student, course, contact &amp; admin records permanently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65760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data management in files/registers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Time-consuming office visits for simple info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centralized system — scattered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accessibility — offline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Higher chance of errors and data duplication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Poor communication between institute &amp; users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4023360" cy="365760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access to all college information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19751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digital data management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24871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login &amp; role-based access control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29992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 for easy record management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3511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API-based data processing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40233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design for all devices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966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Online Information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" y="13441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courses, departments, facilities &amp; contact details online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9966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65192" y="13441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creation and login with JWT authentication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84248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020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23682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students, courses, and messages from one panel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984248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2020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65192" y="23682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update, delete &amp; retrieve records using MongoDB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08376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8912" y="3392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React UI with Express.js APIs for dynamic operations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008376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08376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65192" y="3392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and functional across desktop, tablet, and mobile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032504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32504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4069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Communication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38912" y="4416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forms for users to reach the institute easily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4032504"/>
            <a:ext cx="42062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4032504"/>
            <a:ext cx="73152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4069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65192" y="4416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for future modules like admissions, fees, attendance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React.js — UI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Router DOM — Navigation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 — API 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 — Responsive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 &amp; CSS3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960120"/>
            <a:ext cx="201168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60120"/>
            <a:ext cx="2011680" cy="50292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— Runtime Environment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 — Server &amp; APIs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 — Password Encryption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jsonwebtoken (JWT) — Auth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42032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CORS &amp; dotenv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960120"/>
            <a:ext cx="201168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26864" y="960120"/>
            <a:ext cx="2011680" cy="5029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— NoSQL 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Mongoose — ORM/ODM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Atlas — Cloud Hosting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Operations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Schema &amp; Collections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03136" y="960120"/>
            <a:ext cx="201168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03136" y="960120"/>
            <a:ext cx="2011680" cy="50292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94576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Visual Studio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94576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Postman — API Testing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94576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Compass — DB 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94576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 &amp; GitHub — Version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npm — Package Manager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Client-Server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960120"/>
            <a:ext cx="4114800" cy="777240"/>
          </a:xfrm>
          <a:prstGeom prst="rect">
            <a:avLst/>
          </a:prstGeom>
          <a:solidFill>
            <a:srgbClr val="1A2B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996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· Firefox · Mobile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984248"/>
            <a:ext cx="411480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20208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95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Axios · Bootstrap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807208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008376"/>
            <a:ext cx="4114800" cy="777240"/>
          </a:xfrm>
          <a:prstGeom prst="rect">
            <a:avLst/>
          </a:prstGeom>
          <a:solidFill>
            <a:srgbClr val="0D6E5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3044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4198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831336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4032504"/>
            <a:ext cx="4114800" cy="777240"/>
          </a:xfrm>
          <a:prstGeom prst="rect">
            <a:avLst/>
          </a:prstGeom>
          <a:solidFill>
            <a:srgbClr val="4B2E8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443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914400"/>
            <a:ext cx="29260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914400"/>
            <a:ext cx="2926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Benefits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508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Separation of concerns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20391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maintenance &amp; testing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80760" y="25694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security (no direct DB access)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80760" y="3099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Reusable API components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80760" y="36301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structure for growth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80760" y="41605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client-server communication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Details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533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65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6537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895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0156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Student/Profile Pages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1353312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51760" y="135331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13533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1865376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51760" y="1865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186537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Pages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2377440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0" y="237744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 Pages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2889504"/>
            <a:ext cx="21945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51760" y="288950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2788920" y="28895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Error/404 Page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Frontend Features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0" y="1353312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135331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13898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1682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navigation without reload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210312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0" y="21031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139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useEffect, Context API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0" y="2852928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0" y="285292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28895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3182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email, password match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0" y="360273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0" y="360273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36393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3931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backend communication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0" y="4352544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0" y="4352544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5166360" y="43891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681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— works on all devices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Details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43200" cy="5486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config/ — DB connection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controllers/ — Business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middleware/ — Auth, Error handling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models/ — DB schemas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758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routes/ — API endpoints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server.js — Entry 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Types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/api/auth/register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084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/api/auth/login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615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GET/POST /api/students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6758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/api/students/:id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DELETE /api/students/:id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914400"/>
            <a:ext cx="2743200" cy="54864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 Setup — Express.js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084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Routes — Endpoint definitions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615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Controllers — Request handlers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Middleware — Auth &amp; 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6758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Error Handling — JSON responses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CORS — Frontend 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MongoDB Collections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password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createdAt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role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157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6517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studentName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rollNumber, email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157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class, address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26517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88920"/>
            <a:ext cx="265176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courseName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639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duration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9867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description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788920"/>
            <a:ext cx="26517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788920"/>
            <a:ext cx="26517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639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message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9867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788920"/>
            <a:ext cx="2743200" cy="1627632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24612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manages → Users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3640" y="352044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manages → Students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63640" y="37947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→ contains → Students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63640" y="406908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submits → Contacts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Authentication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984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enters email &amp; password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6712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671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Frontend validates required fields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3580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3580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Frontend sends POST /api/auth/login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90448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90448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044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checks email in MongoDB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129844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129844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971800" y="12984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bcrypt compares hashed passwords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216712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34640" y="216712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971800" y="21671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JWT token generated &amp; sent to frontend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34640" y="303580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34640" y="303580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03580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Frontend stores token → redirects to 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34640" y="390448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834640" y="390448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971800" y="39044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Token sent with future protected API requests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868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94960" y="1298448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94960" y="1298448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129844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Password hashing &amp; encryption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94960" y="1810512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181051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1810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— Stateless auth — protected routes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94960" y="2322576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2322576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23225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— Dashboard/Admin secured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94960" y="2834640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94960" y="283464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532120" y="2834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Admin vs User permissions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4960" y="3346704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94960" y="3346704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5532120" y="334670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— Prevents bad data submission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94960" y="3858768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94960" y="3858768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5532120" y="38587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 — Safe frontend-backend link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94960" y="4370832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94960" y="437083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5532120" y="43708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/ .env — Secrets kept out of codebase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 of the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8892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college information online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&amp; login securely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&amp; update profile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Submit contact / feedback 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on any device (responsive)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14400"/>
            <a:ext cx="278892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9144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login &amp; secure 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users, students, courses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contact messages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&amp; filter all records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114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Add, edit, delete any record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91440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914400"/>
            <a:ext cx="2788920" cy="566928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9144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15544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JWT-based authentication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1945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834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RESTful API architecture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4747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MongoDB cloud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114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modular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Test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functions, components &amp; routes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Register, Login, CRUD APIs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email format, password match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6974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 compatibility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2402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6974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tablet, mobile screen sizes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34564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 — All Passed ✓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8595360" cy="14630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user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registered successfully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email &amp;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successful, token received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displayed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student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added to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without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Redirected to login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online access to information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Reduces manual paperwork significantly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data management 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login &amp; role-based access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API-based data processing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User-friendly responsive interface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032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institute-user communication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453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for future modules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Requires stable internet connection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1929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offline access to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2350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Some advanced features not included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Depends on admin for data updates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191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Basic security level for academic use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Limited user roles currently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4032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bulk/CSV data import option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4453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report PDF generation yet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27432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326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081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apply for admission online with document upload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9326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932688"/>
            <a:ext cx="2743200" cy="4389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9326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4081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tracking, payment history &amp; online payment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9326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932688"/>
            <a:ext cx="2743200" cy="438912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9326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4081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&amp; track student attendance with monthly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04288"/>
            <a:ext cx="2743200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3042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27797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display student marks, grades &amp; results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23042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304288"/>
            <a:ext cx="274320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218688" y="23042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27797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portal for students with all academic needs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23042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304288"/>
            <a:ext cx="2743200" cy="43891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23042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Portal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27797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manage classes, attendance &amp; marks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75888"/>
            <a:ext cx="2743200" cy="43891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675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" y="41513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notice board for college announcements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18688" y="36758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675888"/>
            <a:ext cx="27432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218688" y="3675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28416" y="41513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verification, OTP, 2FA &amp; login attempt limits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63056" y="3675888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3675888"/>
            <a:ext cx="2743200" cy="43891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9" name="Text 37"/>
          <p:cNvSpPr/>
          <p:nvPr/>
        </p:nvSpPr>
        <p:spPr>
          <a:xfrm>
            <a:off x="6163056" y="3675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72784" y="415137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reports as PDF or Excel for official use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"Kingswell Institute of Technology" project successfully demonstrates how a digital platform can transform college information management. It combines React.js, Node.js, Express.js, and MongoDB into a complete full-stack web application.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2240280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24028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Web-based college information system developed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63347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33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login, registration &amp; JWT authentication implemented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26664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302666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266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 for full record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341985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198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 and backend connected through REST APIs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813048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81304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130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MongoDB database for permanent data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420624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design accessible on all devices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599432"/>
            <a:ext cx="850392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59943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99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foundation for future college management modules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Kingswell Institute of Technology — Full-Stack Web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E915A-7319-7579-58F1-BEDEA3315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28" y="0"/>
            <a:ext cx="55919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1471</Words>
  <Application>Microsoft Office PowerPoint</Application>
  <PresentationFormat>On-screen Show (16:9)</PresentationFormat>
  <Paragraphs>319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Kingswell Institute of Technology - Project Report</dc:title>
  <dc:subject>PptxGenJS Presentation</dc:subject>
  <dc:creator>PptxGenJS</dc:creator>
  <cp:lastModifiedBy>Varun Saxena</cp:lastModifiedBy>
  <cp:revision>2</cp:revision>
  <dcterms:created xsi:type="dcterms:W3CDTF">2026-05-02T11:41:02Z</dcterms:created>
  <dcterms:modified xsi:type="dcterms:W3CDTF">2026-05-03T07:23:14Z</dcterms:modified>
</cp:coreProperties>
</file>